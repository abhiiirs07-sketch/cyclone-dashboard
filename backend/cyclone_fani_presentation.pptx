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Cyclone Fani Disaster Impact Report</a:t>
            </a:r>
          </a:p>
          <a:p>
            <a:pPr>
              <a:spcBef>
                <a:spcPts val="1000"/>
              </a:spcBef>
              <a:defRPr sz="1800">
                <a:solidFill>
                  <a:srgbClr val="6B7280"/>
                </a:solidFill>
              </a:defRPr>
            </a:pPr>
            <a:r>
              <a:t>Satellite-Based Environmental and Infrastructure Assessment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❌ The Cyclone Disaster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Cyclone Fani hit Odisha in May 2019 with landfall at Puri, causing severe destruction.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 NDRF and relief workers lacked unified, real-time spatial analysis of flood extent and infrastructure damage.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Manual satellite data processing takes days — losing the critical 72-hour window for life-saving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🛰️ Google Earth Engine 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Calculates pre/post SAR difference dynamically using Sentinel-1 C-band radar backscatter.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Automatically thresholds water surfaces to define absolute flooded boundaries (37.2 km² mapped).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Runs multi-criteria overlay model combining wind buffers, inundation zones, and population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📈 Key Assessment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Rainfall: GPM recorded up to 162.0 mm of precipitation during landfall.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Inundated Land: Mapped 37.2 km² of flooded regions via SAR sensor analysis.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Vegetation Damage: NDVI degradation mapping identified 3207.7 km² of damaged agricultural land.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Population Impacted: Mapped 27+ million exposed coastal residents (with 4,849 in high-risk flood zones).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🗺️ High-Exposure Districts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Khordha: Ranked #1 with a Hazard Index of 0.198 (8.5 km² flood, 2.4M exposed population).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Cuttack: Ranked #2 with a Hazard Index of 0.197 (6.8 km² flood, 2.6M exposed population).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Jajpur: Ranked #3 with a Hazard Index of 0.196 (5.4 km² flood, 1.8M exposed population).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Baleshwar &amp; Bhadrak: Severe storm surge damage corridors mapped along coastal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💻 Full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Frontend: Next.js 15 statically compiled and hosted on Netlify CDN for maximum speed.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Backend: FastAPI async server hosted on Railway container engine.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Earth Engine Integration: Authenticated via OAuth refresh token credentials.</a:t>
            </a:r>
          </a:p>
          <a:p>
            <a:pPr>
              <a:spcAft>
                <a:spcPts val="1400"/>
              </a:spcAft>
              <a:defRPr sz="1600">
                <a:solidFill>
                  <a:srgbClr val="4B5563"/>
                </a:solidFill>
              </a:defRPr>
            </a:pPr>
            <a:r>
              <a:t>• Dynamic API: Serves XYZ satellite map tile URLs directly to MapLibre GL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